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68" r:id="rId2"/>
    <p:sldId id="269" r:id="rId3"/>
    <p:sldId id="276" r:id="rId4"/>
    <p:sldId id="277" r:id="rId5"/>
    <p:sldId id="278" r:id="rId6"/>
    <p:sldId id="27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85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C4FB8F-ED15-48AB-97BD-17129D4E699D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6B3739-9081-478F-812E-AE7CE14063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1049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C9D437-CD83-4825-AD0D-5E7B341BC79B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0CF8BB-EBC7-4B8F-9632-A5A136FBB8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369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755780"/>
            <a:ext cx="6858000" cy="3200400"/>
          </a:xfrm>
        </p:spPr>
        <p:txBody>
          <a:bodyPr anchor="b">
            <a:normAutofit/>
          </a:bodyPr>
          <a:lstStyle>
            <a:lvl1pPr algn="l">
              <a:lnSpc>
                <a:spcPct val="75000"/>
              </a:lnSpc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956180"/>
            <a:ext cx="6858000" cy="109728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465DD-9819-4ABC-A784-477AFBA19C86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fld id="{9729644A-97F2-4BC4-BBF7-FC141F507563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22960"/>
            <a:ext cx="8686800" cy="201168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834640"/>
            <a:ext cx="8686800" cy="109728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8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1200" y="1981200"/>
            <a:ext cx="4572000" cy="448056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81800" y="1981200"/>
            <a:ext cx="4572000" cy="448056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04EB7-77EC-481E-BDC6-73CA182AC952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1200" y="1679448"/>
            <a:ext cx="4572000" cy="830487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1200" y="2509935"/>
            <a:ext cx="4572000" cy="396706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81800" y="1679448"/>
            <a:ext cx="4572000" cy="830487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81800" y="2509935"/>
            <a:ext cx="4572000" cy="396706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16069-A392-4E44-934F-6743D63E2A4F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F9843-3551-47D6-BD3E-346FBDF458AF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C2989-19D5-42F7-8321-FE6B75231AF4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9420" y="408993"/>
            <a:ext cx="4800937" cy="1828800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491" y="381000"/>
            <a:ext cx="5489510" cy="5791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59420" y="2237793"/>
            <a:ext cx="4800937" cy="18288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C03C-1F27-412D-AD0B-6423348F1B9B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248" y="384048"/>
            <a:ext cx="4800600" cy="1828800"/>
          </a:xfrm>
        </p:spPr>
        <p:txBody>
          <a:bodyPr anchor="b">
            <a:no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0" y="0"/>
            <a:ext cx="6096000" cy="6858000"/>
          </a:xfrm>
          <a:ln>
            <a:noFill/>
          </a:ln>
        </p:spPr>
        <p:txBody>
          <a:bodyPr tIns="4572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56249" y="2240280"/>
            <a:ext cx="4799140" cy="18288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7120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1E545-DA4D-4588-A168-A47EEF327FC2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42120" y="380999"/>
            <a:ext cx="2011680" cy="6096001"/>
          </a:xfrm>
        </p:spPr>
        <p:txBody>
          <a:bodyPr vert="eaVer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81199" y="380999"/>
            <a:ext cx="7074859" cy="6096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26042-7092-4D96-B3CE-E8E6CFEE88C8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81200" y="381000"/>
            <a:ext cx="9372600" cy="1295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1200" y="1987419"/>
            <a:ext cx="9372600" cy="44831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631790" y="5586761"/>
            <a:ext cx="280731" cy="883759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lvl1pPr algn="l">
              <a:defRPr sz="120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fld id="{619CFDC2-5630-4611-9BF0-0EF7C8C4398D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631790" y="365125"/>
            <a:ext cx="280730" cy="5139936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lvl1pPr algn="ctr">
              <a:defRPr sz="120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3321" y="6268940"/>
            <a:ext cx="722377" cy="2015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kern="1200" cap="all" baseline="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74320" algn="l" defTabSz="914400" rtl="0" eaLnBrk="1" latinLnBrk="0" hangingPunct="1">
        <a:lnSpc>
          <a:spcPct val="90000"/>
        </a:lnSpc>
        <a:spcBef>
          <a:spcPts val="1200"/>
        </a:spcBef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9164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87452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BMW Car Profit &amp; Sales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-Sagar Shekar</a:t>
            </a:r>
          </a:p>
        </p:txBody>
      </p:sp>
    </p:spTree>
    <p:extLst>
      <p:ext uri="{BB962C8B-B14F-4D97-AF65-F5344CB8AC3E}">
        <p14:creationId xmlns:p14="http://schemas.microsoft.com/office/powerpoint/2010/main" val="2413251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Track And Analyze Large Data Set From Different Region And Countries Over The Years</a:t>
            </a:r>
          </a:p>
        </p:txBody>
      </p:sp>
    </p:spTree>
    <p:extLst>
      <p:ext uri="{BB962C8B-B14F-4D97-AF65-F5344CB8AC3E}">
        <p14:creationId xmlns:p14="http://schemas.microsoft.com/office/powerpoint/2010/main" val="2523332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160C6-B199-5CC4-B5FF-887765ECA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9C324-4B9B-BC8C-6803-6A7E2906D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70A1B-92C3-8382-7AC4-82C931CAC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Develop a comprehensive Power BI dashboard to visualize and analyze BMW car sales and profitability across multiple countries and years.</a:t>
            </a:r>
          </a:p>
        </p:txBody>
      </p:sp>
    </p:spTree>
    <p:extLst>
      <p:ext uri="{BB962C8B-B14F-4D97-AF65-F5344CB8AC3E}">
        <p14:creationId xmlns:p14="http://schemas.microsoft.com/office/powerpoint/2010/main" val="332495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333C4-4096-F29A-7804-B532E9B91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A0EFB-0B8E-21BE-69A4-81FFD2C79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700" y="2781300"/>
            <a:ext cx="9372600" cy="1295400"/>
          </a:xfrm>
        </p:spPr>
        <p:txBody>
          <a:bodyPr/>
          <a:lstStyle/>
          <a:p>
            <a:pPr algn="ctr"/>
            <a:r>
              <a:rPr lang="en-US" dirty="0"/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19586045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B0053-4FF4-980C-40D3-BC9DE9780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55C29-D972-9710-A4E9-2B112F955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700" y="2781300"/>
            <a:ext cx="9372600" cy="1295400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6688464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700" y="2781300"/>
            <a:ext cx="9372600" cy="1295400"/>
          </a:xfrm>
        </p:spPr>
        <p:txBody>
          <a:bodyPr/>
          <a:lstStyle/>
          <a:p>
            <a:pPr algn="ctr"/>
            <a:r>
              <a:rPr lang="en-US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132301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ireframe Building 16x9">
  <a:themeElements>
    <a:clrScheme name="WireframeBuilding">
      <a:dk1>
        <a:srgbClr val="404040"/>
      </a:dk1>
      <a:lt1>
        <a:sysClr val="window" lastClr="FFFFFF"/>
      </a:lt1>
      <a:dk2>
        <a:srgbClr val="000000"/>
      </a:dk2>
      <a:lt2>
        <a:srgbClr val="E4F9F9"/>
      </a:lt2>
      <a:accent1>
        <a:srgbClr val="1BDCFF"/>
      </a:accent1>
      <a:accent2>
        <a:srgbClr val="3AC673"/>
      </a:accent2>
      <a:accent3>
        <a:srgbClr val="F6BD1E"/>
      </a:accent3>
      <a:accent4>
        <a:srgbClr val="C74167"/>
      </a:accent4>
      <a:accent5>
        <a:srgbClr val="F17E1F"/>
      </a:accent5>
      <a:accent6>
        <a:srgbClr val="6681CC"/>
      </a:accent6>
      <a:hlink>
        <a:srgbClr val="F17E1F"/>
      </a:hlink>
      <a:folHlink>
        <a:srgbClr val="969696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wireframe building presentation (widescreen).potx" id="{58CE74E2-616B-447D-963B-87527DA5909A}" vid="{49D84436-E293-416F-BC4D-7976A1E115A4}"/>
    </a:ext>
  </a:extLst>
</a:theme>
</file>

<file path=ppt/theme/theme2.xml><?xml version="1.0" encoding="utf-8"?>
<a:theme xmlns:a="http://schemas.openxmlformats.org/drawingml/2006/main" name="Office Theme">
  <a:themeElements>
    <a:clrScheme name="WireframeBuilding">
      <a:dk1>
        <a:srgbClr val="404040"/>
      </a:dk1>
      <a:lt1>
        <a:sysClr val="window" lastClr="FFFFFF"/>
      </a:lt1>
      <a:dk2>
        <a:srgbClr val="000000"/>
      </a:dk2>
      <a:lt2>
        <a:srgbClr val="E4F9F9"/>
      </a:lt2>
      <a:accent1>
        <a:srgbClr val="1BDCFF"/>
      </a:accent1>
      <a:accent2>
        <a:srgbClr val="3AC673"/>
      </a:accent2>
      <a:accent3>
        <a:srgbClr val="F6BD1E"/>
      </a:accent3>
      <a:accent4>
        <a:srgbClr val="C74167"/>
      </a:accent4>
      <a:accent5>
        <a:srgbClr val="F17E1F"/>
      </a:accent5>
      <a:accent6>
        <a:srgbClr val="6681CC"/>
      </a:accent6>
      <a:hlink>
        <a:srgbClr val="F17E1F"/>
      </a:hlink>
      <a:folHlink>
        <a:srgbClr val="96969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WireframeBuilding">
      <a:dk1>
        <a:srgbClr val="404040"/>
      </a:dk1>
      <a:lt1>
        <a:sysClr val="window" lastClr="FFFFFF"/>
      </a:lt1>
      <a:dk2>
        <a:srgbClr val="000000"/>
      </a:dk2>
      <a:lt2>
        <a:srgbClr val="E4F9F9"/>
      </a:lt2>
      <a:accent1>
        <a:srgbClr val="1BDCFF"/>
      </a:accent1>
      <a:accent2>
        <a:srgbClr val="3AC673"/>
      </a:accent2>
      <a:accent3>
        <a:srgbClr val="F6BD1E"/>
      </a:accent3>
      <a:accent4>
        <a:srgbClr val="C74167"/>
      </a:accent4>
      <a:accent5>
        <a:srgbClr val="F17E1F"/>
      </a:accent5>
      <a:accent6>
        <a:srgbClr val="6681CC"/>
      </a:accent6>
      <a:hlink>
        <a:srgbClr val="F17E1F"/>
      </a:hlink>
      <a:folHlink>
        <a:srgbClr val="96969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</TotalTime>
  <Words>52</Words>
  <Application>Microsoft Office PowerPoint</Application>
  <PresentationFormat>Widescreen</PresentationFormat>
  <Paragraphs>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Wireframe Building 16x9</vt:lpstr>
      <vt:lpstr>BMW Car Profit &amp; Sales</vt:lpstr>
      <vt:lpstr>Problem Statement</vt:lpstr>
      <vt:lpstr>Objective</vt:lpstr>
      <vt:lpstr>Solution</vt:lpstr>
      <vt:lpstr>Thank You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sagar shekar</dc:creator>
  <cp:lastModifiedBy>sagar shekar</cp:lastModifiedBy>
  <cp:revision>3</cp:revision>
  <dcterms:created xsi:type="dcterms:W3CDTF">2025-11-12T14:19:23Z</dcterms:created>
  <dcterms:modified xsi:type="dcterms:W3CDTF">2025-11-12T18:09:13Z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